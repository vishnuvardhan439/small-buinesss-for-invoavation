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6" d="100"/>
          <a:sy n="96" d="100"/>
        </p:scale>
        <p:origin x="-106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B8E235-32FD-4DC9-A3AF-5B2879A2C675}" type="datetimeFigureOut">
              <a:rPr lang="en-IN" smtClean="0"/>
              <a:t>08-04-2026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818C59-EB56-4CEB-9A70-BD2711FA63E0}" type="slidenum">
              <a:rPr lang="en-IN" smtClean="0"/>
              <a:t>‹#›</a:t>
            </a:fld>
            <a:endParaRPr lang="en-IN"/>
          </a:p>
        </p:txBody>
      </p:sp>
    </p:spTree>
    <p:extLst>
      <p:ext uri="{BB962C8B-B14F-4D97-AF65-F5344CB8AC3E}">
        <p14:creationId xmlns:p14="http://schemas.microsoft.com/office/powerpoint/2010/main" val="543999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dirty="0" smtClean="0"/>
              <a:t>Innovation management</a:t>
            </a:r>
            <a:endParaRPr sz="2800" b="1" dirty="0"/>
          </a:p>
        </p:txBody>
      </p:sp>
      <p:sp>
        <p:nvSpPr>
          <p:cNvPr id="3" name="Content Placeholder 2"/>
          <p:cNvSpPr>
            <a:spLocks noGrp="1"/>
          </p:cNvSpPr>
          <p:nvPr>
            <p:ph idx="1"/>
          </p:nvPr>
        </p:nvSpPr>
        <p:spPr/>
        <p:txBody>
          <a:bodyPr>
            <a:normAutofit fontScale="92500" lnSpcReduction="10000"/>
          </a:bodyPr>
          <a:lstStyle/>
          <a:p>
            <a:r>
              <a:rPr sz="3600" dirty="0"/>
              <a:t>Project Title: The Innovation Edge for Small Businesses</a:t>
            </a:r>
          </a:p>
          <a:p>
            <a:endParaRPr dirty="0"/>
          </a:p>
          <a:p>
            <a:pPr algn="ctr"/>
            <a:r>
              <a:rPr sz="3200" dirty="0"/>
              <a:t>Team Members:</a:t>
            </a:r>
          </a:p>
          <a:p>
            <a:pPr marL="0" indent="0" algn="ctr">
              <a:buNone/>
            </a:pPr>
            <a:r>
              <a:rPr sz="3200" dirty="0" smtClean="0"/>
              <a:t> </a:t>
            </a:r>
            <a:r>
              <a:rPr sz="3200" dirty="0"/>
              <a:t>P. Vishnu </a:t>
            </a:r>
            <a:r>
              <a:rPr sz="3200" dirty="0" err="1"/>
              <a:t>Vardhan</a:t>
            </a:r>
            <a:r>
              <a:rPr sz="3200" dirty="0"/>
              <a:t> Reddy</a:t>
            </a:r>
          </a:p>
          <a:p>
            <a:pPr algn="ctr"/>
            <a:r>
              <a:rPr sz="3200" dirty="0"/>
              <a:t>• S. </a:t>
            </a:r>
            <a:r>
              <a:rPr sz="3200" dirty="0" err="1"/>
              <a:t>Pradeep</a:t>
            </a:r>
            <a:endParaRPr sz="3200" dirty="0"/>
          </a:p>
          <a:p>
            <a:pPr algn="ctr"/>
            <a:r>
              <a:rPr sz="3200" dirty="0"/>
              <a:t>• K. Naveen</a:t>
            </a:r>
          </a:p>
        </p:txBody>
      </p:sp>
      <p:cxnSp>
        <p:nvCxnSpPr>
          <p:cNvPr id="5" name="Straight Connector 4"/>
          <p:cNvCxnSpPr/>
          <p:nvPr/>
        </p:nvCxnSpPr>
        <p:spPr>
          <a:xfrm>
            <a:off x="0" y="946205"/>
            <a:ext cx="9144000" cy="477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3200" b="1" dirty="0"/>
              <a:t>Introduction</a:t>
            </a:r>
          </a:p>
        </p:txBody>
      </p:sp>
      <p:sp>
        <p:nvSpPr>
          <p:cNvPr id="3" name="Content Placeholder 2"/>
          <p:cNvSpPr>
            <a:spLocks noGrp="1"/>
          </p:cNvSpPr>
          <p:nvPr>
            <p:ph idx="1"/>
          </p:nvPr>
        </p:nvSpPr>
        <p:spPr/>
        <p:txBody>
          <a:bodyPr>
            <a:normAutofit lnSpcReduction="10000"/>
          </a:bodyPr>
          <a:lstStyle/>
          <a:p>
            <a:pPr algn="just">
              <a:lnSpc>
                <a:spcPct val="150000"/>
              </a:lnSpc>
            </a:pPr>
            <a:r>
              <a:rPr sz="2000" dirty="0"/>
              <a:t>Innovation is essential for small businesses to survive and grow in a competitive market. It involves using new ideas, technologies, and methods to improve products, services, and operations. Small businesses can use innovation to stand out from competitors, satisfy customer needs, and increase profitability. In today’s fast-changing world, innovation is not optional—it is necessary for long-term success.</a:t>
            </a:r>
          </a:p>
        </p:txBody>
      </p:sp>
      <p:cxnSp>
        <p:nvCxnSpPr>
          <p:cNvPr id="5" name="Straight Connector 4"/>
          <p:cNvCxnSpPr/>
          <p:nvPr/>
        </p:nvCxnSpPr>
        <p:spPr>
          <a:xfrm>
            <a:off x="55659" y="997262"/>
            <a:ext cx="9144000" cy="874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3200" b="1" dirty="0"/>
              <a:t>What is </a:t>
            </a:r>
            <a:r>
              <a:rPr sz="3200" b="1" dirty="0" smtClean="0"/>
              <a:t>Innovation</a:t>
            </a:r>
            <a:endParaRPr b="1" dirty="0"/>
          </a:p>
        </p:txBody>
      </p:sp>
      <p:sp>
        <p:nvSpPr>
          <p:cNvPr id="3" name="Content Placeholder 2"/>
          <p:cNvSpPr>
            <a:spLocks noGrp="1"/>
          </p:cNvSpPr>
          <p:nvPr>
            <p:ph idx="1"/>
          </p:nvPr>
        </p:nvSpPr>
        <p:spPr>
          <a:xfrm>
            <a:off x="600323" y="1544541"/>
            <a:ext cx="8229600" cy="4525963"/>
          </a:xfrm>
        </p:spPr>
        <p:txBody>
          <a:bodyPr/>
          <a:lstStyle/>
          <a:p>
            <a:pPr>
              <a:lnSpc>
                <a:spcPct val="150000"/>
              </a:lnSpc>
            </a:pPr>
            <a:r>
              <a:rPr sz="2400" dirty="0"/>
              <a:t>Innovation means creating and implementing new ideas that add value to a business. It can be developing a new product, improving an existing service, or using better technology. For small businesses, innovation does not always mean big investments—it can be small changes that make a big difference</a:t>
            </a:r>
            <a:r>
              <a:rPr dirty="0"/>
              <a:t>.</a:t>
            </a:r>
          </a:p>
        </p:txBody>
      </p:sp>
      <p:cxnSp>
        <p:nvCxnSpPr>
          <p:cNvPr id="5" name="Straight Connector 4"/>
          <p:cNvCxnSpPr/>
          <p:nvPr/>
        </p:nvCxnSpPr>
        <p:spPr>
          <a:xfrm>
            <a:off x="0" y="1264257"/>
            <a:ext cx="9144000" cy="159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3200" b="1" dirty="0"/>
              <a:t>Types of Innovation</a:t>
            </a:r>
          </a:p>
        </p:txBody>
      </p:sp>
      <p:sp>
        <p:nvSpPr>
          <p:cNvPr id="3" name="Content Placeholder 2"/>
          <p:cNvSpPr>
            <a:spLocks noGrp="1"/>
          </p:cNvSpPr>
          <p:nvPr>
            <p:ph idx="1"/>
          </p:nvPr>
        </p:nvSpPr>
        <p:spPr/>
        <p:txBody>
          <a:bodyPr>
            <a:normAutofit fontScale="85000" lnSpcReduction="10000"/>
          </a:bodyPr>
          <a:lstStyle/>
          <a:p>
            <a:pPr>
              <a:lnSpc>
                <a:spcPct val="150000"/>
              </a:lnSpc>
            </a:pPr>
            <a:r>
              <a:rPr sz="2400" dirty="0"/>
              <a:t>• Product Innovation: Creating new or improved products.</a:t>
            </a:r>
          </a:p>
          <a:p>
            <a:pPr>
              <a:lnSpc>
                <a:spcPct val="150000"/>
              </a:lnSpc>
            </a:pPr>
            <a:r>
              <a:rPr sz="2400" dirty="0"/>
              <a:t>• Process Innovation: Improving business operations to save time and cost.</a:t>
            </a:r>
          </a:p>
          <a:p>
            <a:pPr>
              <a:lnSpc>
                <a:spcPct val="150000"/>
              </a:lnSpc>
            </a:pPr>
            <a:r>
              <a:rPr sz="2400" dirty="0"/>
              <a:t>• Marketing Innovation: New ways to promote products and attract customers.</a:t>
            </a:r>
          </a:p>
          <a:p>
            <a:pPr>
              <a:lnSpc>
                <a:spcPct val="150000"/>
              </a:lnSpc>
            </a:pPr>
            <a:r>
              <a:rPr sz="2400" dirty="0"/>
              <a:t>• Business Model Innovation: Changing how a business delivers value and earns money</a:t>
            </a:r>
            <a:r>
              <a:rPr dirty="0"/>
              <a:t>.</a:t>
            </a:r>
          </a:p>
        </p:txBody>
      </p:sp>
      <p:cxnSp>
        <p:nvCxnSpPr>
          <p:cNvPr id="5" name="Straight Connector 4"/>
          <p:cNvCxnSpPr/>
          <p:nvPr/>
        </p:nvCxnSpPr>
        <p:spPr>
          <a:xfrm>
            <a:off x="0" y="1100628"/>
            <a:ext cx="9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3200" b="1" dirty="0"/>
              <a:t>Benefits of Innovation</a:t>
            </a:r>
          </a:p>
        </p:txBody>
      </p:sp>
      <p:sp>
        <p:nvSpPr>
          <p:cNvPr id="3" name="Content Placeholder 2"/>
          <p:cNvSpPr>
            <a:spLocks noGrp="1"/>
          </p:cNvSpPr>
          <p:nvPr>
            <p:ph idx="1"/>
          </p:nvPr>
        </p:nvSpPr>
        <p:spPr/>
        <p:txBody>
          <a:bodyPr>
            <a:normAutofit fontScale="85000" lnSpcReduction="10000"/>
          </a:bodyPr>
          <a:lstStyle/>
          <a:p>
            <a:pPr>
              <a:lnSpc>
                <a:spcPct val="150000"/>
              </a:lnSpc>
            </a:pPr>
            <a:r>
              <a:rPr sz="2800" dirty="0"/>
              <a:t>Innovation helps small businesses reduce costs, improve efficiency, and increase customer satisfaction. It also helps in expanding into new markets, building a strong brand, and staying ahead of competitors. Businesses that innovate regularly are more adaptable and successful</a:t>
            </a:r>
            <a:r>
              <a:rPr dirty="0"/>
              <a:t>.</a:t>
            </a:r>
          </a:p>
        </p:txBody>
      </p:sp>
      <p:cxnSp>
        <p:nvCxnSpPr>
          <p:cNvPr id="5" name="Straight Connector 4"/>
          <p:cNvCxnSpPr/>
          <p:nvPr/>
        </p:nvCxnSpPr>
        <p:spPr>
          <a:xfrm>
            <a:off x="0" y="970059"/>
            <a:ext cx="9072438" cy="318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3200" b="1" dirty="0"/>
              <a:t>Conclusion</a:t>
            </a:r>
          </a:p>
        </p:txBody>
      </p:sp>
      <p:sp>
        <p:nvSpPr>
          <p:cNvPr id="3" name="Content Placeholder 2"/>
          <p:cNvSpPr>
            <a:spLocks noGrp="1"/>
          </p:cNvSpPr>
          <p:nvPr>
            <p:ph idx="1"/>
          </p:nvPr>
        </p:nvSpPr>
        <p:spPr/>
        <p:txBody>
          <a:bodyPr>
            <a:normAutofit fontScale="92500" lnSpcReduction="10000"/>
          </a:bodyPr>
          <a:lstStyle/>
          <a:p>
            <a:pPr>
              <a:lnSpc>
                <a:spcPct val="150000"/>
              </a:lnSpc>
            </a:pPr>
            <a:r>
              <a:rPr sz="2800" dirty="0"/>
              <a:t>In conclusion, innovation is a powerful tool for small businesses. By adopting new ideas and continuously improving, businesses can achieve growth and long-term success. Innovation gives small businesses a competitive edge in today’s dynamic market</a:t>
            </a:r>
            <a:r>
              <a:rPr dirty="0"/>
              <a:t>.</a:t>
            </a:r>
          </a:p>
        </p:txBody>
      </p:sp>
      <p:cxnSp>
        <p:nvCxnSpPr>
          <p:cNvPr id="5" name="Straight Connector 4"/>
          <p:cNvCxnSpPr/>
          <p:nvPr/>
        </p:nvCxnSpPr>
        <p:spPr>
          <a:xfrm>
            <a:off x="0" y="914400"/>
            <a:ext cx="9144000" cy="954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t>
            </a:r>
            <a:r>
              <a:rPr lang="en-US" b="1" dirty="0" err="1" smtClean="0"/>
              <a:t>SCaner</a:t>
            </a:r>
            <a:endParaRPr lang="en-IN" b="1" dirty="0"/>
          </a:p>
        </p:txBody>
      </p:sp>
      <p:sp>
        <p:nvSpPr>
          <p:cNvPr id="2" name="Content Placeholder 1"/>
          <p:cNvSpPr>
            <a:spLocks noGrp="1"/>
          </p:cNvSpPr>
          <p:nvPr>
            <p:ph idx="1"/>
          </p:nvPr>
        </p:nvSpPr>
        <p:spPr/>
        <p:txBody>
          <a:bodyPr/>
          <a:lstStyle/>
          <a:p>
            <a:endParaRPr lang="en-IN" dirty="0"/>
          </a:p>
          <a:p>
            <a:endParaRPr lang="en-IN" dirty="0"/>
          </a:p>
          <a:p>
            <a:endParaRPr lang="en-IN" dirty="0"/>
          </a:p>
          <a:p>
            <a:endParaRPr lang="en-IN" dirty="0"/>
          </a:p>
        </p:txBody>
      </p:sp>
      <p:pic>
        <p:nvPicPr>
          <p:cNvPr id="1026" name="Picture 2" descr="C:\Users\Hi\OneDrive - K L University\Desktop\qrc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3688" y="1458437"/>
            <a:ext cx="4110823" cy="3507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a:xfrm flipV="1">
            <a:off x="0" y="1041621"/>
            <a:ext cx="9144000" cy="5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7922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TotalTime>
  <Words>298</Words>
  <Application>Microsoft Office PowerPoint</Application>
  <PresentationFormat>On-screen Show (4:3)</PresentationFormat>
  <Paragraphs>23</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Angles</vt:lpstr>
      <vt:lpstr>Innovation management</vt:lpstr>
      <vt:lpstr>Introduction</vt:lpstr>
      <vt:lpstr>What is Innovation</vt:lpstr>
      <vt:lpstr>Types of Innovation</vt:lpstr>
      <vt:lpstr>Benefits of Innovation</vt:lpstr>
      <vt:lpstr>Conclusion</vt:lpstr>
      <vt:lpstr>                                     SCaner</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management</dc:title>
  <dc:creator>Hi</dc:creator>
  <dc:description>generated using python-pptx</dc:description>
  <cp:lastModifiedBy>Hi</cp:lastModifiedBy>
  <cp:revision>7</cp:revision>
  <dcterms:created xsi:type="dcterms:W3CDTF">2013-01-27T09:14:16Z</dcterms:created>
  <dcterms:modified xsi:type="dcterms:W3CDTF">2026-04-08T04:27:27Z</dcterms:modified>
</cp:coreProperties>
</file>